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PowerPoint slide one marker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PaperLens Office compatibility</a:t>
            </a:r>
          </a:p>
          <a:p>
            <a:pPr>
              <a:defRPr sz="2000"/>
            </a:pPr>
            <a:r>
              <a:t>中文课程资料：路径与转换验证。</a:t>
            </a:r>
          </a:p>
          <a:p>
            <a:pPr>
              <a:defRPr sz="2000"/>
            </a:pPr>
            <a:r>
              <a:t>Synthetic slide with text and a table.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PowerPoint slide two marker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PaperLens Office compatibility</a:t>
            </a:r>
          </a:p>
          <a:p>
            <a:pPr>
              <a:defRPr sz="2000"/>
            </a:pPr>
            <a:r>
              <a:t>中文课程资料：路径与转换验证。</a:t>
            </a:r>
          </a:p>
          <a:p>
            <a:pPr>
              <a:defRPr sz="2000"/>
            </a:pPr>
            <a:r>
              <a:t>Synthetic slide with text and a table.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474720"/>
          <a:ext cx="804672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457200">
                <a:tc>
                  <a:txBody>
                    <a:bodyPr/>
                    <a:lstStyle/>
                    <a:p>
                      <a:r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5 + 7 + 9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points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PaperLens Office conversion fixture</dc:title>
  <dc:subject/>
  <dc:creator>PaperLens contributors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